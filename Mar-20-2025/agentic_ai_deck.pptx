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solidFill>
            <a:srgbClr val="2DD4B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Framework for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Evaluation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Security Guardrails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· Safety · Security Assessment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Risks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Platforms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3977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 ·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Agentic AI Needs a New Testing Paradigm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261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Behavior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inputs produce different reasoning paths, tool selections, and outcomes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194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176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Execution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87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chain tool calls, maintain memory, and make independent decisions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08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Deviations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MontyCloud found policy violations surface only at runtime, invisible to static testing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023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005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Complexity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reports thousands of agents, with traditional evals failing to pinpoint root causes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Evaluation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/ QuantumBlack, January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10058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communication, cascading failures, delegation correctness, emergent behaviors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731520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51460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606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920240" y="2651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accuracy, error recovery, reasoning coherence across multi-step 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3657600"/>
            <a:ext cx="676656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88720" y="3657600"/>
            <a:ext cx="54864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749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4160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Factuality, calibration, robustness, toxicity — necessary but insufficient alone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Four-Pillar Assessment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Akshathala et al. — arXiv:2512.12791, December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920240" cy="3291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19202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quality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coherence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0"/>
            <a:ext cx="1920240" cy="3291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71600"/>
            <a:ext cx="19202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25146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Single-hop recall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retrieval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reasoning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Open-domain retrieval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920240" cy="3291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25146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accuracy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fidelity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 sequencing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371600"/>
            <a:ext cx="1920240" cy="3291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371600"/>
            <a:ext cx="19202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25146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Configurability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enforcement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Evaluation Metrics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743200"/>
                <a:gridCol w="128016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Success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TSR, Goal Completion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agent achieve its objective?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Accuracy, Parameter Fidelity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tool, correct parameters, proper order?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 Analysis, Goal-Drift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steps? Staying on objective?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Usage, Latency, API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waste and redundancy?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Faithfulness, Hallucination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in evidence vs fabricated?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Triggers, Policy Violations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operational boundaries?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Evaluation Benchmarks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19456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Cross-domain: 8 environments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al.,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reasoning + tool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Mialon et al.,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WebArena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812 web tasks, functional correctness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Zhou et al.,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GitHub issues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Jimenez et al.,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usage accuracy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Qin et al.,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ToolEmu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high-stakes tools, safety 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Ruan et al.,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AgentHarm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harmfulness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Andriushchenko+,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OSWorld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 OS interaction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Xie et al.,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Top 10 for Agentic 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December 2025 · 100+ security researchers · NIST &amp; EU reviewed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97280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Goal Hijack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47088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47088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470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1847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Misuse &amp; Exploitation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96896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9689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5968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Privilege Abuse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46704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46704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46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3467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Vulnerabilities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96512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096512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965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4096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Code Execution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097280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97280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Context Poisoning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47088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8470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1847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Communication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596896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596896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59689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25968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346704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346704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346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0" y="33467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Human-Agent Trust Exploit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4096512"/>
            <a:ext cx="384048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4096512"/>
            <a:ext cx="45720" cy="6400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0965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096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Agents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Defense-in-Depth: Four Security Planes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1645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840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gVisor/GKE Sandbox · Firecracker microVMs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WASI plugin scoping · Egress allowlists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645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84048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/ Memory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vector stores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· Memory TTLs &amp; purges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840480" cy="1645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384048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GenAI spans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aggregation · SOAR quarantine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645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384048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Sigstore/Cosign · SLSA + SBOMs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· EU AI Act / NIST maps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Regulatory Frameworks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10515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→ Map → Measure → Manage lifecycle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10515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10, Threats &amp; Mitigations, MCP Security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3840480" cy="10515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agentic AI defense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3840480" cy="10515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AEGIS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domains: GRC, IAM, Data, AppSec, Infra, SecOps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3840480" cy="10515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Scoping Matrix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scopes by autonomy + security controls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3840480" cy="10515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+ ISO 42001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compliance, documentation, bias controls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/ ISO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Platforms &amp; Security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LangChain tracing, near-zero overhead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46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— OSS, self-hosted, custom metrics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112264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— OSS, drift detection, production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87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 AI — Enterprise simulation + RBAC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— Agent-specific eval metrics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— RAG→Agent eval extension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96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— AWS native evaluation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215384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Red Team — Adversarial testing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GUARDRAILS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— OSS Safety Agent, declarative policies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46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 — PII, injection, jailbreak guardrails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12264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— SAST aligned with OWASP taxonomy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532888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87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SPLX.AI — Governance + technical assurance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53512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083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Security — Supply chain gateway + kill switch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374136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ActiveFence — Auto red teaming, multi-framework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849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Probes — Dynamic agent red teaming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4215384"/>
            <a:ext cx="365760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270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 — Custom category filters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1005840"/>
            <a:ext cx="0" cy="3840480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Implementation: Three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651760" cy="3749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 a Page documentation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(AWS Scope 1–4)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selection per risk level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modeling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curation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651760" cy="3749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265176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20116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mandatory eval gates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+ trajectory pipeline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4-plane defense-in-depth guardrails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over probabilistic controls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Probes red teaming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651760" cy="3749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05840"/>
            <a:ext cx="26517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31520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20116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production evals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drift tracking over time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→ SIEM → SOAR pipeline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trace review for failures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red team from OWASP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beyond task completion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analysis and goal-drift detection reveal issues invisible to outcome-only assessment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guardrails with defense-in-depth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controls across execution, data, observability, and assurance planes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51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agents as non-human principals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identity, least-privilege, short-lived credentials, explicit authorization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29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evaluation from day 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Evaluation-led development across planning, build, and operation with mandatory gates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continuously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probing at every workflow node, not just system boundaries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OWASP GenAI · arXiv:2512.12791 · NIST AI RMF · AWS Security · QuantumBlack · NVIDIA/Lakera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Framework for Agentic AI Evaluation &amp; Security Guardrails</dc:title>
  <dc:subject>PptxGenJS Presentation</dc:subject>
  <dc:creator>Agentic AI Framework Team</dc:creator>
  <cp:lastModifiedBy>Agentic AI Framework Team</cp:lastModifiedBy>
  <cp:revision>1</cp:revision>
  <dcterms:created xsi:type="dcterms:W3CDTF">2026-03-20T06:59:07Z</dcterms:created>
  <dcterms:modified xsi:type="dcterms:W3CDTF">2026-03-20T06:59:07Z</dcterms:modified>
</cp:coreProperties>
</file>